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MOLM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учёта материалов и производства мягкой мебели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возможностей  ·  Август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MOLM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MOLM — рабочий инструмент для склада, заказов и цехов в одном месте. Здесь видно, что есть на складе, что заказано клиентами, что сейчас делают цеха и кто что менял в системе — без звонков и таблиц в WhatsApp.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на трёх языках, с готовыми правами доступа и автоматическими проверками при каждом изменении.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1005840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0" y="1115568"/>
            <a:ext cx="1280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778240" y="100584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разделов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2404872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2514600"/>
            <a:ext cx="1280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778240" y="2404872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языка интерфейса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3803904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3913632"/>
            <a:ext cx="1280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778240" y="3803904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цехов в общей очереди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5202936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5312664"/>
            <a:ext cx="1280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778240" y="5202936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автоматических проверок при каждом обновлении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680679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материалов и остатков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44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61872" y="139903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 по всем материалам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61872" y="169164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Ткань, кожа, экокожа, дерево, поролон, фурнитура — единый список с фильтрами по категории, статусу, поставщику.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61872" y="233172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в реальном времени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62432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наличии / заканчивается / нет в наличии / нужно заказать / заказано — сразу видно, что требует внимания.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3438510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61872" y="326440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под заказы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261872" y="355701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Материал, зарезервированный под конкретный заказ, не путается со свободным остатком.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242816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437119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61872" y="419709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каждого материала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61872" y="4489704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когда и на сколько изменил остаток — карточка материала хранит полную историю движений.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680679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заявки клиента до готового изделия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44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61872" y="139903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обеспеченности материалами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61872" y="169164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создании заказа сразу видно, хватает ли материалов или нужно закупить.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250582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33172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технологу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61872" y="262432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приложения, в Telegram, по email или в WhatsApp — на выбор при оформлении заказа.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43851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26440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сроков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61872" y="355701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Просроченные заказы и риск не успеть к дедлайну видны сразу, с расчётом по загрузке цехов.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242816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2" y="4371198"/>
            <a:ext cx="218724" cy="2187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61872" y="419709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путь заказа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61872" y="4489704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→ Ожидает технолога → В производстве → Готов — статус меняется по факту работы, а не вручную наугад.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680679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очередь операций по всем цехам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1573134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1872" y="139903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цехов в одной очереди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61872" y="169164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Столярка → Швейный цех → Поклейка → Тапицерка → Сборка → Упаковка — весь путь изделия в одном списке.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61872" y="233172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«Сейчас в работе»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61872" y="262432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реально происходит в цехах прямо сейчас, с таймером и именем сотрудника.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43851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26440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загрузка цехов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61872" y="355701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 от недельного фонда рабочего времени — настоящий расчёт, а не условная прикидка.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242816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261872" y="419709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Автосписание материалов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61872" y="4489704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выполнении операции материалы списываются сами — без отдельной ручной проводки по складу.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99" y="680679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аудит-лог всех действий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4475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1573134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1872" y="139903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что и когда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61872" y="169164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остатка, статуса заказа или операции в цехе записывается с именем сотрудника и временем.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37744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2505822"/>
            <a:ext cx="218724" cy="21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233172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материала и заказа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61872" y="262432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карточка истории для каждого материала и каждого заказа — не нужно искать по общей ленте.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31012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2" y="3438510"/>
            <a:ext cx="218724" cy="2187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1872" y="326440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на лету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61872" y="355701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Хранится всегда в одном виде (как журнал), но показывается на языке, который выбрал сотрудник.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и доступ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— свой логин, у чувствительных данных — своя защита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22" y="1664574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490472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сотрудника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61872" y="1783080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и роль, свои для каждого — показываются в правом верхнем углу и в истории действий.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259726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423160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PIN-защита интеграций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61872" y="2715768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Telegram-бота и другие чувствительные настройки скрыты за отдельным PIN-кодом.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52995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355848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уведомлений (админ)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61872" y="3648456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закрытая панель — администратор решает, какие уведомления включены и кто их получает.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334256"/>
            <a:ext cx="475488" cy="475488"/>
          </a:xfrm>
          <a:prstGeom prst="ellipse">
            <a:avLst/>
          </a:prstGeom>
          <a:solidFill>
            <a:srgbClr val="FFF1E6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261872" y="428853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Резервная копия в один клик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61872" y="4581144"/>
            <a:ext cx="10351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и импорт всех данных в JSON — на случай, если нужна ручная выгрузка или восстановление.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и языки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519733"/>
            <a:ext cx="252374" cy="2523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типов уведомлений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заказ передан технологу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просрочен / риск не успеть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или нет материала на складе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 слишком долго на паузе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завершён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371600"/>
            <a:ext cx="548640" cy="548640"/>
          </a:xfrm>
          <a:prstGeom prst="ellipse">
            <a:avLst/>
          </a:prstGeom>
          <a:solidFill>
            <a:srgbClr val="FFF1E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1519733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языка интерфейса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92240" y="24231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Русский, английский и латышский — переключается мгновенно и сохраняется в браузере каждого сотрудника отдельно. Журнал истории при этом хранится неизменно и не «ломается» при смене языка интерфейса.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80760" y="1371600"/>
            <a:ext cx="0" cy="301752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добавим дальше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Идеи, готовые к обсуждению — не обязательства, а список кандидатов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021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7008" y="16459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мебели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1938528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готовых моделей с полным составом материалов на одно изделие — не нужно каждый раз считать вручную.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02126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13448" y="16459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13448" y="1938528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Категории, производители, коллекции и поставщики — единый источник данных для Склада и Заказов.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0212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285292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для новых уведомлений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3145536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Просрочка, склад, пауза, завершение заказа сейчас видны только в колокольчике — можно продублировать в Telegram, как уже работает для новых заказов.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2761488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0212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13448" y="285292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Печатные версии заказов (PDF)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13448" y="3145536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Накладная или карточка заказа, которую можно распечатать и унести в цех на бумаге.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0212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78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07008" y="4059936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за период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435254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 материалов и выработка по цехам за неделю/месяц — сейчас видно только текущий срез.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3968496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0212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078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13448" y="4059936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администраторов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13448" y="435254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панель уведомлений видит только один email — можно расширить до списка.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175504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0212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285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07008" y="5266944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сотрудников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07008" y="5559552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ручного ввода email в правилах — выбор из общего справочника, чтобы не опечататься.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55080" y="5175504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02126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5285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13448" y="5266944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Штрихкоды/QR на складе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13448" y="5559552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 материала сканированием вместо ввода артикула вручную.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обратная связь — в любое время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Māris Pabērzs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2026-08-11T17:07:45Z</dcterms:created>
  <dcterms:modified xsi:type="dcterms:W3CDTF">2026-08-11T17:07:45Z</dcterms:modified>
</cp:coreProperties>
</file>